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outils sont déjà payés : la décision porte sur le positionnement. Économie visée : 30 à 150 k$+/an sur Fortify.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des deux études : la générale (positionnement, forces, limites) et la sécurité (moteurs de taint, fiabilité, limites intrinsèques).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SonarQube 4,40 / GitLab 3,75 / Fortify 2,60. Anticiper l'objection Gartner. La grille est un choix éditorial encadré par deux garde-fous.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Décision conditionnelle et réversible : le sort de Fortify n'est arrêté qu'après l'inventaire (M1) et le pilote (M2). Clore sur les trois points de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486400" cy="5486400"/>
          </a:xfrm>
          <a:prstGeom prst="ellipse">
            <a:avLst/>
          </a:prstGeom>
          <a:solidFill>
            <a:srgbClr val="2E8B6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2E8B6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l'outil SAST de référence — Synthèse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Data Center  •  GitLab Ultimate (Advanced SAST)  •  OpenText Fortify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licences SAST détenues simultanément, sans référent désigné : findings dupliqués, triage éclaté, indicateurs incohérents, triple coût partiellement évitable. La question n'est pas d'acheter mais de positionner l'existant : quel outil fait foi, lequel complète, lequel sort.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proposée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2A5F4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04164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4041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DC — référent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bloquantes, reporting de conformité, indicateurs. Multi-forges.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07408" y="384048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2A5F4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0288" y="404164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4041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Adv. SAST — complément MR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36008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nul (Ultimate). Scan différentiel + triage IA. Hors gates, déduplication publiée.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83296" y="384048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2A5F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66176" y="404164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8266176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60536" y="4041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 — restreint ou décommissionné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11896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Conservé si exigences réelles (FedRAMP/DISA, C/C++, legacy). Sinon non-renouvellement : 30-150 k$+/an récupérés.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DevSecOps  |  Comité d'architecture sécurité  | 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les deux études comparatives ont établi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00984"/>
                <a:gridCol w="3300984"/>
                <a:gridCol w="330098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DC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Advanced SAST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de code + SAST, multi-forges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natif GitLab (Ultimate)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enterprise dédié, secteurs régulés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Gates matures ; IDE connecté ; rapports OWASP/CWE/ASVS/PCI/STIG ; air-gap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différentiel rapide en MR ; triage FP + fix agentique par IA (GA 2026) ; coût nul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maximale (programme entier, second ordre) ; FedRAMP/DISA ; legacy COBOL/ABAP, C/C++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parfois lents ; ~15 % du ruleset dédié sécurité ; taint réservé aux éditions hautes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Mono-forge ; reporting réglementaire limité ; sources restreintes au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60-180 min ; adoption dev quasi nulle ; TCO maximal ; triage lourd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 de l'étude sécurité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: Fortify seul couvre nativement le second ordre (programme entier) ; GitLab ne remonte que les flux vérifiables (sources limitées au web) ; SonarQube se différencie par les sources/sinks personnalisables et le taint étendu aux bibliothèques tierces (Advanced Security) — unique parmi les trois.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: trois philosophies — Fortify maximise la détection (bruit élevé), GitLab la précision (faux négatifs assumés), SonarQube externalise l'incertitude via les Security Hotspots.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tout SAST (ISSTA 2024, vulnérabilités réelles C/C++) : ≥ 76 % d'alertes non pertinentes, 22 % de vulnérabilités manquées → le SAST est un maillon ; SAST + DAST + revue + pentest restent complémentaires.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SAST — Juillet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pondérée — et ses limites assumées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(poids)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développeur (25 %)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de détection (20 %)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vitesse (15 %)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Gouvernance, conformité (15 %)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Fiabilité / faux positifs (10 %)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récurrent / TCO (10 %)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Pérennité / indépendance (5 %)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pondéré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78040" y="1005840"/>
            <a:ext cx="4553712" cy="2377440"/>
          </a:xfrm>
          <a:prstGeom prst="roundRect">
            <a:avLst>
              <a:gd name="adj" fmla="val 3077"/>
            </a:avLst>
          </a:prstGeom>
          <a:solidFill>
            <a:srgbClr val="F7EFE0"/>
          </a:solidFill>
          <a:ln/>
        </p:spPr>
      </p:sp>
      <p:sp>
        <p:nvSpPr>
          <p:cNvPr id="5" name="Text 2"/>
          <p:cNvSpPr/>
          <p:nvPr/>
        </p:nvSpPr>
        <p:spPr>
          <a:xfrm>
            <a:off x="7406640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Leader Gartner, mais 2,60 ? »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406640" y="15544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OpenText : Leader du MQ AST depuis 11 ans (oct. 2025). Pas de contradiction : le MQ évalue l'éditeur à l'échelle du marché mondial ; cette grille mesure l'adéquation à NOTRE contexte (centré développeurs, licences détenues). Un leader de marché peut être le moins adapté à un contexte donné.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3566160"/>
            <a:ext cx="4553712" cy="2331720"/>
          </a:xfrm>
          <a:prstGeom prst="roundRect">
            <a:avLst>
              <a:gd name="adj" fmla="val 3137"/>
            </a:avLst>
          </a:prstGeom>
          <a:solidFill>
            <a:srgbClr val="EFF5F2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3730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analytique interne — 2 garde-fous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0" y="411480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collégiale des poids : atelier AppSec / leads dev / architecture.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« détection » et « fiabilité » réévaluées par le pilote interne (OWASP Benchmark + dépôts internes, indice de Youden) avant décision finale sur Fortify.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5897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: adoption 25 % (facteur n°1 en milieu développeur) ; licences déjà acquises → seuls comptent coûts récurrents et de sortie.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SAST — Juillet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12 mois, risques maîtrisés, validation demandée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Cadrage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81912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EFF5F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73352"/>
            <a:ext cx="19019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FedRAMP/DISA/PCI + legacy Fortify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5400000">
            <a:off x="2596896" y="1170432"/>
            <a:ext cx="128016" cy="21945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05156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51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M1-2 — Pilote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0" y="1581912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EFF5F2"/>
          </a:solidFill>
          <a:ln/>
        </p:spPr>
      </p:sp>
      <p:sp>
        <p:nvSpPr>
          <p:cNvPr id="11" name="Text 9"/>
          <p:cNvSpPr/>
          <p:nvPr/>
        </p:nvSpPr>
        <p:spPr>
          <a:xfrm>
            <a:off x="2852928" y="1673352"/>
            <a:ext cx="19019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Benchmark + dépôts internes ; TPR/FPR, triage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82896" y="1170432"/>
            <a:ext cx="128016" cy="21945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05156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051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M2-3 — Gouvernance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1581912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EF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1673352"/>
            <a:ext cx="19019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SAST ; gates durcies sur le new 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68896" y="1170432"/>
            <a:ext cx="128016" cy="21945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05156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051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M3-6 — Transition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1581912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EF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7424928" y="1673352"/>
            <a:ext cx="19019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ou non-reconduction Fortify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9454896" y="1170432"/>
            <a:ext cx="128016" cy="219456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105156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1F4E3D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0515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M6-12 — Consolidation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01200" y="1581912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EF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9710928" y="1673352"/>
            <a:ext cx="19019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Sources/sinks internes ; AI CodeFix ; benchmark annuel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→ mitigations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34290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post-Fortify → pilote obligatoire ; Advanced Security si écart ; pentest ciblé.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remontée Sonar/GitLab → primauté publiée ; seul SonarQube branché aux gates.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FedRAMP/DISA tardive → inventaire avant renouvellement ; réduction de périmètre, pas de résiliation sèche en année 1.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hotspots → vulnérabilités → gates ajustées sur le new code + communication.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063240"/>
            <a:ext cx="5330952" cy="2514600"/>
          </a:xfrm>
          <a:prstGeom prst="roundRect">
            <a:avLst>
              <a:gd name="adj" fmla="val 2909"/>
            </a:avLst>
          </a:prstGeom>
          <a:solidFill>
            <a:srgbClr val="E8F3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demandée au comité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657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: SonarQube DC référent, GitLab complément, Fortify conditionné à l'inventaire.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Mandater : atelier pondérations + lancement du pilote (M1).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Acter : principe de non-reconduction Fortify si aucun périmètre exigeant identifié (30-150 k$+/an).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neutres : Forrester Wave SAST Q3 2025 • Gartner MQ AST 2025 • NIST SAMATE/SATE &amp; Juliet • OWASP Benchmark • ANSSI • ESEC/FSE 2023, ISSTA 2024, PeerJ CS 2025. Documents de référence : 2 études, dossier v2 (annexe méthodo), deck comité.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SAST — Juillet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311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2026-07-16T23:29:33Z</dcterms:created>
  <dcterms:modified xsi:type="dcterms:W3CDTF">2026-07-16T23:29:33Z</dcterms:modified>
</cp:coreProperties>
</file>